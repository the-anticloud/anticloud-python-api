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22 SSDF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2026-10-02T10:10:01.629069Z | Framework ID: 22_SSDF</a:t>
            </a:r>
          </a:p>
          <a:p>
            <a:r>
              <a:t>NIST SP 800-218 v1.1 (2022)</a:t>
            </a:r>
          </a:p>
          <a:p>
            <a:r>
              <a:t>PASS — PO (Prepare), PS (Protect), PW (Produce), RV (Respond) practices all addressed</a:t>
            </a:r>
          </a:p>
          <a:p>
            <a:r>
              <a:t>COMPLIANT</a:t>
            </a:r>
          </a:p>
          <a:p>
            <a:r>
              <a:t>Provenance chain covers PS.1 (protect all forms of code); CRDT determinism covers PW.8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